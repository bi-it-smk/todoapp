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2" r:id="rId4"/>
  </p:sldMasterIdLst>
  <p:notesMasterIdLst>
    <p:notesMasterId r:id="rId8"/>
  </p:notesMasterIdLst>
  <p:handoutMasterIdLst>
    <p:handoutMasterId r:id="rId9"/>
  </p:handoutMasterIdLst>
  <p:sldIdLst>
    <p:sldId id="257" r:id="rId5"/>
    <p:sldId id="262" r:id="rId6"/>
    <p:sldId id="263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2147"/>
    <a:srgbClr val="394404"/>
    <a:srgbClr val="5F6F0F"/>
    <a:srgbClr val="718412"/>
    <a:srgbClr val="65741A"/>
    <a:srgbClr val="70811D"/>
    <a:srgbClr val="7B8D1F"/>
    <a:srgbClr val="839721"/>
    <a:srgbClr val="95AB25"/>
    <a:srgbClr val="BC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6501" autoAdjust="0"/>
  </p:normalViewPr>
  <p:slideViewPr>
    <p:cSldViewPr>
      <p:cViewPr varScale="1">
        <p:scale>
          <a:sx n="120" d="100"/>
          <a:sy n="120" d="100"/>
        </p:scale>
        <p:origin x="120" y="15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774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EA8C5A89-D750-4C9C-AD82-BD87E1631370}" type="datetime1">
              <a:rPr lang="de-DE" smtClean="0"/>
              <a:t>25.09.2026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de-DE" smtClean="0"/>
              <a:pPr algn="r" rtl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729E0972-DB1D-4D71-93B8-56ECB99C47FF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dirty="0"/>
              <a:t>Textmasterformat bearbeiten</a:t>
            </a:r>
          </a:p>
          <a:p>
            <a:pPr lvl="1" rtl="0"/>
            <a:r>
              <a:rPr lang="de-DE" dirty="0"/>
              <a:t>Zweite Ebene</a:t>
            </a:r>
          </a:p>
          <a:p>
            <a:pPr lvl="2" rtl="0"/>
            <a:r>
              <a:rPr lang="de-DE" dirty="0"/>
              <a:t>Dritte Ebene</a:t>
            </a:r>
          </a:p>
          <a:p>
            <a:pPr lvl="3" rtl="0"/>
            <a:r>
              <a:rPr lang="de-DE" dirty="0"/>
              <a:t>Vierte Ebene</a:t>
            </a:r>
          </a:p>
          <a:p>
            <a:pPr lvl="4" rtl="0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4584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158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0610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757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483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8685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16F1-5E6C-4D1E-8B04-BA461CF83008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014DD1E-5D91-48A3-AD6D-45FBA980D106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632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021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595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803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750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8979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1913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8983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3305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136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8082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4416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5E7EBCA-1808-4B9E-8140-5B390D90011A}" type="datetime1">
              <a:rPr lang="de-DE" smtClean="0"/>
              <a:pPr/>
              <a:t>25.09.2026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27680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  <p:sldLayoutId id="2147483934" r:id="rId12"/>
    <p:sldLayoutId id="2147483935" r:id="rId13"/>
    <p:sldLayoutId id="2147483936" r:id="rId14"/>
    <p:sldLayoutId id="2147483937" r:id="rId15"/>
    <p:sldLayoutId id="2147483938" r:id="rId16"/>
    <p:sldLayoutId id="21474839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de-DE" dirty="0"/>
              <a:t>Reflexion ToDo-App</a:t>
            </a:r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de-DE" dirty="0"/>
              <a:t>KIERA SMITH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Was habe ich gelernt?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E8D1665-DF35-3ABF-5B94-8ECA15446717}"/>
              </a:ext>
            </a:extLst>
          </p:cNvPr>
          <p:cNvSpPr txBox="1"/>
          <p:nvPr/>
        </p:nvSpPr>
        <p:spPr>
          <a:xfrm>
            <a:off x="645943" y="1340768"/>
            <a:ext cx="568863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dirty="0"/>
              <a:t>Docker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CH" sz="2400" dirty="0" err="1"/>
              <a:t>docker-compose</a:t>
            </a:r>
            <a:r>
              <a:rPr lang="de-CH" sz="2400" dirty="0"/>
              <a:t> erstellen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de-CH" sz="2800" dirty="0"/>
          </a:p>
          <a:p>
            <a:r>
              <a:rPr lang="de-CH" sz="2800" dirty="0"/>
              <a:t>Dapper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CH" sz="2400" dirty="0"/>
              <a:t>C# und Datenbank verknüpfen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de-CH" sz="2800" dirty="0"/>
          </a:p>
          <a:p>
            <a:r>
              <a:rPr lang="de-CH" sz="2800" dirty="0"/>
              <a:t>Blazor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CH" sz="2400" dirty="0"/>
              <a:t>interaktive Webseite erstellen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CH" sz="2400" dirty="0"/>
              <a:t>Benutzereingaben verarbeiten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de-CH" sz="2800" dirty="0"/>
          </a:p>
          <a:p>
            <a:r>
              <a:rPr lang="de-CH" sz="2800" dirty="0"/>
              <a:t>C#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CH" sz="2400" dirty="0"/>
              <a:t>Kompetenzen erweitert</a:t>
            </a:r>
          </a:p>
          <a:p>
            <a:endParaRPr lang="de-CH" sz="2800" dirty="0"/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03ED-5793-0F54-149A-BE6C52F3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A8A639C-89B6-7B14-6E96-186511E25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Wo hatte ich Schwierigkeiten?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E498A324-9D36-96CE-F73E-25B8287E8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701415"/>
              </p:ext>
            </p:extLst>
          </p:nvPr>
        </p:nvGraphicFramePr>
        <p:xfrm>
          <a:off x="645943" y="1772816"/>
          <a:ext cx="8125884" cy="4454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877852293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4164389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Problem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Lösung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955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Datenbank einsetzen </a:t>
                      </a:r>
                    </a:p>
                    <a:p>
                      <a:r>
                        <a:rPr lang="de-CH" sz="1600" dirty="0"/>
                        <a:t>Ich habe die App zuerst ohne Datenbank entwickelt. Als ich dann eine Datenbank hinzufügen musste, fiel es mir schwer, diese in meinen bestehenden Code zu integrieren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Recherchieren und KI fragen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16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Blazor lernen</a:t>
                      </a:r>
                    </a:p>
                    <a:p>
                      <a:r>
                        <a:rPr lang="de-CH" sz="1600" dirty="0"/>
                        <a:t>Es hat eine Weile gedauert und mehrere Code-Überarbeitungen gebraucht, bis ich gelernt hatte, Blazor effektiv einzusetzen.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Zeit </a:t>
                      </a:r>
                      <a:r>
                        <a:rPr lang="de-CH"/>
                        <a:t>und Recherchieren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821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Typos</a:t>
                      </a:r>
                    </a:p>
                    <a:p>
                      <a:r>
                        <a:rPr lang="de-CH" sz="1600" dirty="0" err="1"/>
                        <a:t>Todods</a:t>
                      </a:r>
                      <a:endParaRPr lang="de-CH" sz="1600" dirty="0"/>
                    </a:p>
                    <a:p>
                      <a:endParaRPr lang="de-CH" dirty="0"/>
                    </a:p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KI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093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247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Design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98</Words>
  <Application>Microsoft Office PowerPoint</Application>
  <PresentationFormat>Benutzerdefiniert</PresentationFormat>
  <Paragraphs>28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Calibri</vt:lpstr>
      <vt:lpstr>Century Gothic</vt:lpstr>
      <vt:lpstr>Courier New</vt:lpstr>
      <vt:lpstr>Wingdings</vt:lpstr>
      <vt:lpstr>Wingdings 3</vt:lpstr>
      <vt:lpstr>Ion</vt:lpstr>
      <vt:lpstr>Reflexion ToDo-App</vt:lpstr>
      <vt:lpstr>Was habe ich gelernt?</vt:lpstr>
      <vt:lpstr>Wo hatte ich Schwierigkeiten?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Kiera</dc:creator>
  <cp:lastModifiedBy>Smith, Kiera</cp:lastModifiedBy>
  <cp:revision>1</cp:revision>
  <dcterms:created xsi:type="dcterms:W3CDTF">2026-09-25T13:21:11Z</dcterms:created>
  <dcterms:modified xsi:type="dcterms:W3CDTF">2026-09-25T14:25:11Z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